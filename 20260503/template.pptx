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97225" y="492760"/>
            <a:ext cx="5797550" cy="14751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 anchor="ctr" anchorCtr="0">
            <a:noAutofit/>
          </a:bodyPr>
          <a:p>
            <a:pPr algn="ctr"/>
            <a:r>
              <a:rPr lang="en-US" altLang="zh-CN">
                <a:solidFill>
                  <a:schemeClr val="tx1"/>
                </a:solidFill>
              </a:rPr>
              <a:t>{{title}}-{{name}}-{{time}}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12465" y="3429000"/>
            <a:ext cx="5699125" cy="2149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{{logo}}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宋体-简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WS</cp:lastModifiedBy>
  <cp:revision>176</cp:revision>
  <dcterms:created xsi:type="dcterms:W3CDTF">2026-05-09T11:46:33Z</dcterms:created>
  <dcterms:modified xsi:type="dcterms:W3CDTF">2026-05-09T11:46:33Z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2052-12.1.25880.25880</vt:lpwstr>
  </property>
  <property fmtid="{D5CDD505-2E9C-101B-9397-08002B2CF9AE}" pid="3" name="ICV">
    <vt:lpwstr>FE7B82CFFFA4DC0BB20BFF69D54D02AF_41</vt:lpwstr>
  </property>
</Properties>
</file>